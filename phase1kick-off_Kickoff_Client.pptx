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kick-off – Unique Entrepreneur Literacy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Agenda:</a:t>
            </a:r>
          </a:p>
          <a:p>
            <a:r>
              <a:t>1. Vision &amp; Background</a:t>
            </a:r>
          </a:p>
          <a:p>
            <a:r>
              <a:t>2. Goals &amp; Success Criteria</a:t>
            </a:r>
          </a:p>
          <a:p>
            <a:r>
              <a:t>3. Scope Overview</a:t>
            </a:r>
          </a:p>
          <a:p>
            <a:r>
              <a:t>4. Roles &amp; Responsibilities</a:t>
            </a:r>
          </a:p>
          <a:p>
            <a:r>
              <a:t>5. Discovery Plan &amp; Deliverables</a:t>
            </a:r>
          </a:p>
          <a:p>
            <a:r>
              <a:t>6. Risks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and deliver a scalable, secure learning / data platform for Client,</a:t>
            </a:r>
          </a:p>
          <a:p>
            <a:r>
              <a:t>enabling governed, insight-driven experiences for learners and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/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landscape:</a:t>
            </a:r>
          </a:p>
          <a:p>
            <a:r>
              <a:t>- Fragmented tools and manual processes</a:t>
            </a:r>
          </a:p>
          <a:p>
            <a:r>
              <a:t>- Limited visibility across tenants / teams</a:t>
            </a:r>
          </a:p>
          <a:p>
            <a:r>
              <a:t>- Governance and compliance overhead</a:t>
            </a:r>
          </a:p>
          <a:p/>
          <a:p>
            <a:r>
              <a:t>Opportunity:</a:t>
            </a:r>
          </a:p>
          <a:p>
            <a:r>
              <a:t>- One governed platform that unifies delivery, reporting, and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MVP live by Month 7 – ≥ 3 pilot organisations</a:t>
            </a:r>
          </a:p>
          <a:p>
            <a:r>
              <a:t>- Completion rate ≥ 80 %</a:t>
            </a:r>
          </a:p>
          <a:p>
            <a:r>
              <a:t>- ≥ 5 monetised offerings (if applicable)</a:t>
            </a:r>
          </a:p>
          <a:p>
            <a:r>
              <a:t>- DPIA / GDPR / security checks passed pre-launch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Overview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Scope:</a:t>
            </a:r>
          </a:p>
          <a:p>
            <a:r>
              <a:t>- Tenant / organisation hierarchy &amp; access control</a:t>
            </a:r>
          </a:p>
          <a:p>
            <a:r>
              <a:t>- Core feature set (content, enrolment, tracking)</a:t>
            </a:r>
          </a:p>
          <a:p>
            <a:r>
              <a:t>- Essential reports &amp; dashboards</a:t>
            </a:r>
          </a:p>
          <a:p>
            <a:r>
              <a:t>- Secure authentication / roles</a:t>
            </a:r>
          </a:p>
          <a:p/>
          <a:p>
            <a:r>
              <a:t>Out of Scope (Phase 1):</a:t>
            </a:r>
          </a:p>
          <a:p>
            <a:r>
              <a:t>- Advanced AI and non-priority integrations</a:t>
            </a:r>
          </a:p>
          <a:p>
            <a:r>
              <a:t>- Full mobile/offline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Business Analysis – Omole Victoria Oluwatosin</a:t>
            </a:r>
          </a:p>
          <a:p>
            <a:r>
              <a:t>- Data &amp; Reporting – Omole Victoria Oluwatosin</a:t>
            </a:r>
          </a:p>
          <a:p>
            <a:r>
              <a:t>- Data Governance &amp; Compliance – Omole Victoria Oluwatosin</a:t>
            </a:r>
          </a:p>
          <a:p>
            <a:r>
              <a:t>- Product / Engineering – To be confirmed with {cfg['client']}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Plan (3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– Stakeholders, current-state, risks</a:t>
            </a:r>
          </a:p>
          <a:p>
            <a:r>
              <a:t>Week 2 – Interviews, journeys, requirements</a:t>
            </a:r>
          </a:p>
          <a:p>
            <a:r>
              <a:t>Week 3 – Target vision, MVP, roadmap,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Areas:</a:t>
            </a:r>
          </a:p>
          <a:p>
            <a:r>
              <a:t>- Ownership, roles &amp; responsibilities</a:t>
            </a:r>
          </a:p>
          <a:p>
            <a:r>
              <a:t>- Access controls &amp; segregation of data</a:t>
            </a:r>
          </a:p>
          <a:p>
            <a:r>
              <a:t>- DPIA / GDPR, retention, consent</a:t>
            </a:r>
          </a:p>
          <a:p>
            <a:r>
              <a:t>- Logging, audit,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KPI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KPIs:</a:t>
            </a:r>
          </a:p>
          <a:p>
            <a:r>
              <a:t>- Active users by tenant</a:t>
            </a:r>
          </a:p>
          <a:p>
            <a:r>
              <a:t>- Enrolment vs completion</a:t>
            </a:r>
          </a:p>
          <a:p>
            <a:r>
              <a:t>- Engagement by course / cohort</a:t>
            </a:r>
          </a:p>
          <a:p>
            <a:r>
              <a:t>- Support tickets &amp; issues</a:t>
            </a:r>
          </a:p>
          <a:p>
            <a:r>
              <a:t>- Adoption trend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(customise per client):</a:t>
            </a:r>
          </a:p>
          <a:p>
            <a:r>
              <a:t>- Access to existing systems / data delayed</a:t>
            </a:r>
          </a:p>
          <a:p>
            <a:r>
              <a:t>- Limited SME availability for discovery</a:t>
            </a:r>
          </a:p>
          <a:p>
            <a:r>
              <a:t>- Integration complexity higher than expected</a:t>
            </a:r>
          </a:p>
          <a:p>
            <a:r>
              <a:t>- Assumption: scope disciplined around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Action 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Circulate minutes &amp; deck – Omole Victoria Oluwatosin (+1 day)</a:t>
            </a:r>
          </a:p>
          <a:p>
            <a:r>
              <a:t>- Confirm stakeholders &amp; interview slots – Client / BA (+2–3 days)</a:t>
            </a:r>
          </a:p>
          <a:p>
            <a:r>
              <a:t>- Share existing documentation &amp; system access – Client (+3 days)</a:t>
            </a:r>
          </a:p>
          <a:p>
            <a:r>
              <a:t>- Agree MVP scope &amp; timeline – Joint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 /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shared understanding</a:t>
            </a:r>
          </a:p>
          <a:p>
            <a:r>
              <a:t>Capture decisions and open points</a:t>
            </a:r>
          </a:p>
          <a:p>
            <a:r>
              <a:t>Formally launch Discovery /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