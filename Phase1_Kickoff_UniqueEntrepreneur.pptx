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Phase 1 Kick-off – Unique Entrepreneur Literacy Hub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Agenda:</a:t>
            </a:r>
          </a:p>
          <a:p>
            <a:r>
              <a:t>1. Vision &amp; Background</a:t>
            </a:r>
          </a:p>
          <a:p>
            <a:r>
              <a:t>2. Goals &amp; Success Criteria</a:t>
            </a:r>
          </a:p>
          <a:p>
            <a:r>
              <a:t>3. Scope Overview</a:t>
            </a:r>
          </a:p>
          <a:p>
            <a:r>
              <a:t>4. Roles &amp; Responsibilities</a:t>
            </a:r>
          </a:p>
          <a:p>
            <a:r>
              <a:t>5. Discovery Plan &amp; Deliverables</a:t>
            </a:r>
          </a:p>
          <a:p>
            <a:r>
              <a:t>6. Risks &amp;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000">
                <a:solidFill>
                  <a:srgbClr val="1E375A"/>
                </a:solidFill>
              </a:defRPr>
            </a:pPr>
            <a:r>
              <a:t>Omole Victoria Oluwatosin — Business Analyst | Data Analyst | Data Management Professional | Frontend &amp; Backend Engineer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Vision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 build a scalable multi-tenant learning ecosystem enabling individuals and organisations to deliver, manage, and learn effectively online.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000">
                <a:solidFill>
                  <a:srgbClr val="1E375A"/>
                </a:solidFill>
              </a:defRPr>
            </a:pPr>
            <a:r>
              <a:t>Omole Victoria Oluwatosin — Business Analyst | Data Analyst | Data Management Professional | Frontend &amp; Backend Engineer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 / Opportunity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Existing LMS tools lack flexible tenancy or white-labelling.</a:t>
            </a:r>
          </a:p>
          <a:p>
            <a:r>
              <a:t>Schools manage fragmented systems.</a:t>
            </a:r>
          </a:p>
          <a:p>
            <a:r>
              <a:t>Learners want credentials and accessibility.</a:t>
            </a:r>
          </a:p>
          <a:p>
            <a:r>
              <a:t>Opportunity: One secure platform bridging commerce &amp; education.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000">
                <a:solidFill>
                  <a:srgbClr val="1E375A"/>
                </a:solidFill>
              </a:defRPr>
            </a:pPr>
            <a:r>
              <a:t>Omole Victoria Oluwatosin — Business Analyst | Data Analyst | Data Management Professional | Frontend &amp; Backend Engineer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Goals &amp; Success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MVP live by Month 7 – ≥ 3 pilot organisations</a:t>
            </a:r>
          </a:p>
          <a:p>
            <a:r>
              <a:t>Boost engagement – ≥ 80 % completion</a:t>
            </a:r>
          </a:p>
          <a:p>
            <a:r>
              <a:t>Instructor monetisation – ≥ 5 paid courses</a:t>
            </a:r>
          </a:p>
          <a:p>
            <a:r>
              <a:t>Governance – GDPR sign-off pre-launch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000">
                <a:solidFill>
                  <a:srgbClr val="1E375A"/>
                </a:solidFill>
              </a:defRPr>
            </a:pPr>
            <a:r>
              <a:t>Omole Victoria Oluwatosin — Business Analyst | Data Analyst | Data Management Professional | Frontend &amp; Backend Engineer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Scope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 Scope (MVP): Multi-tenant org/school hierarchy, Course builder, Payments, Student player, Basic dashboard</a:t>
            </a:r>
          </a:p>
          <a:p>
            <a:r>
              <a:t>Out of Scope: AI quiz generation, SCORM/xAPI support, Offline mobile mode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000">
                <a:solidFill>
                  <a:srgbClr val="1E375A"/>
                </a:solidFill>
              </a:defRPr>
            </a:pPr>
            <a:r>
              <a:t>Omole Victoria Oluwatosin — Business Analyst | Data Analyst | Data Management Professional | Frontend &amp; Backend Engineer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Roles &amp; Responsibilities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Business Analyst – Omole Victoria Oluwatosin</a:t>
            </a:r>
          </a:p>
          <a:p>
            <a:r>
              <a:t>Data Analyst – Omole Victoria Oluwatosin</a:t>
            </a:r>
          </a:p>
          <a:p>
            <a:r>
              <a:t>Data Management Professional – Omole Victoria Oluwatosin</a:t>
            </a:r>
          </a:p>
          <a:p>
            <a:r>
              <a:t>Frontend &amp; Backend Engineer – Omole Victoria Oluwatosin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000">
                <a:solidFill>
                  <a:srgbClr val="1E375A"/>
                </a:solidFill>
              </a:defRPr>
            </a:pPr>
            <a:r>
              <a:t>Omole Victoria Oluwatosin — Business Analyst | Data Analyst | Data Management Professional | Frontend &amp; Backend Engineer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Discovery Plan (3 Weeks)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Week 1 – Kick-off &amp; Stakeholder mapping</a:t>
            </a:r>
          </a:p>
          <a:p>
            <a:r>
              <a:t>Week 2 – Interviews &amp; Persona development</a:t>
            </a:r>
          </a:p>
          <a:p>
            <a:r>
              <a:t>Week 3 – Vision + MVP definition + Sign-off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000">
                <a:solidFill>
                  <a:srgbClr val="1E375A"/>
                </a:solidFill>
              </a:defRPr>
            </a:pPr>
            <a:r>
              <a:t>Omole Victoria Oluwatosin — Business Analyst | Data Analyst | Data Management Professional | Frontend &amp; Backend Engineer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Governance &amp; Compliance Preview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RLS for tenant data isolation</a:t>
            </a:r>
          </a:p>
          <a:p>
            <a:r>
              <a:t>GDPR &amp; DPIA</a:t>
            </a:r>
          </a:p>
          <a:p>
            <a:r>
              <a:t>Data dictionary &amp; retention policies</a:t>
            </a:r>
          </a:p>
          <a:p>
            <a:r>
              <a:t>Consent management for analytics cookies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000">
                <a:solidFill>
                  <a:srgbClr val="1E375A"/>
                </a:solidFill>
              </a:defRPr>
            </a:pPr>
            <a:r>
              <a:t>Omole Victoria Oluwatosin — Business Analyst | Data Analyst | Data Management Professional | Frontend &amp; Backend Engineer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Analytics &amp; KPI Preview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Active learners per org/school</a:t>
            </a:r>
          </a:p>
          <a:p>
            <a:r>
              <a:t>Course completion rate</a:t>
            </a:r>
          </a:p>
          <a:p>
            <a:r>
              <a:t>Instructor earnings &amp; payouts</a:t>
            </a:r>
          </a:p>
          <a:p>
            <a:r>
              <a:t>Engagement trend over time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000">
                <a:solidFill>
                  <a:srgbClr val="1E375A"/>
                </a:solidFill>
              </a:defRPr>
            </a:pPr>
            <a:r>
              <a:t>Omole Victoria Oluwatosin — Business Analyst | Data Analyst | Data Management Professional | Frontend &amp; Backend Engineer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Initial Risks &amp; Assumptions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SSO complexity – High – Proof-of-concept early</a:t>
            </a:r>
          </a:p>
          <a:p>
            <a:r>
              <a:t>GDPR delay – Medium – Legal review Week 2</a:t>
            </a:r>
          </a:p>
          <a:p>
            <a:r>
              <a:t>Payment gateway setup – Medium – Sandbox by Week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000">
                <a:solidFill>
                  <a:srgbClr val="1E375A"/>
                </a:solidFill>
              </a:defRPr>
            </a:pPr>
            <a:r>
              <a:t>Omole Victoria Oluwatosin — Business Analyst | Data Analyst | Data Management Professional | Frontend &amp; Backend Engineer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 Steps &amp; Action Owners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Circulate minutes + slides – BA (+1 day)</a:t>
            </a:r>
          </a:p>
          <a:p>
            <a:r>
              <a:t>Schedule interviews – BA (+2 days)</a:t>
            </a:r>
          </a:p>
          <a:p>
            <a:r>
              <a:t>Draft governance overview – DMP (+3 days)</a:t>
            </a:r>
          </a:p>
          <a:p>
            <a:r>
              <a:t>Define KPI list – DA + BA (+5 days)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000">
                <a:solidFill>
                  <a:srgbClr val="1E375A"/>
                </a:solidFill>
              </a:defRPr>
            </a:pPr>
            <a:r>
              <a:t>Omole Victoria Oluwatosin — Business Analyst | Data Analyst | Data Management Professional | Frontend &amp; Backend Engineer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 &amp; A / Wrap-Up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Confirm understanding &amp; next steps</a:t>
            </a:r>
          </a:p>
          <a:p>
            <a:r>
              <a:t>Thank attendees</a:t>
            </a:r>
          </a:p>
          <a:p>
            <a:r>
              <a:t>Officially start Phase 1 Discovery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000">
                <a:solidFill>
                  <a:srgbClr val="1E375A"/>
                </a:solidFill>
              </a:defRPr>
            </a:pPr>
            <a:r>
              <a:t>Omole Victoria Oluwatosin — Business Analyst | Data Analyst | Data Management Professional | Frontend &amp; Backend Engineer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